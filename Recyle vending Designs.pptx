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1" r:id="rId4"/>
    <p:sldId id="295" r:id="rId5"/>
    <p:sldId id="296" r:id="rId6"/>
    <p:sldId id="297" r:id="rId7"/>
    <p:sldId id="298" r:id="rId8"/>
    <p:sldId id="282" r:id="rId9"/>
    <p:sldId id="284" r:id="rId10"/>
    <p:sldId id="299" r:id="rId11"/>
    <p:sldId id="300" r:id="rId12"/>
    <p:sldId id="301" r:id="rId13"/>
    <p:sldId id="302" r:id="rId14"/>
    <p:sldId id="293" r:id="rId15"/>
    <p:sldId id="304" r:id="rId16"/>
    <p:sldId id="289" r:id="rId17"/>
    <p:sldId id="306" r:id="rId18"/>
    <p:sldId id="307" r:id="rId19"/>
    <p:sldId id="308" r:id="rId20"/>
    <p:sldId id="314" r:id="rId21"/>
    <p:sldId id="312" r:id="rId22"/>
    <p:sldId id="316" r:id="rId23"/>
    <p:sldId id="315" r:id="rId24"/>
    <p:sldId id="317" r:id="rId25"/>
    <p:sldId id="290" r:id="rId26"/>
    <p:sldId id="318" r:id="rId27"/>
    <p:sldId id="309" r:id="rId28"/>
    <p:sldId id="310" r:id="rId29"/>
    <p:sldId id="311" r:id="rId30"/>
    <p:sldId id="294" r:id="rId31"/>
  </p:sldIdLst>
  <p:sldSz cx="18288000" cy="10287000"/>
  <p:notesSz cx="6858000" cy="9144000"/>
  <p:embeddedFontLst>
    <p:embeddedFont>
      <p:font typeface="Open Sauce Bold" panose="020B0604020202020204" charset="0"/>
      <p:regular r:id="rId33"/>
    </p:embeddedFont>
    <p:embeddedFont>
      <p:font typeface="TT Norms" panose="020B0604020202020204" charset="0"/>
      <p:regular r:id="rId34"/>
    </p:embeddedFont>
    <p:embeddedFont>
      <p:font typeface="TT Norms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6" autoAdjust="0"/>
    <p:restoredTop sz="94622" autoAdjust="0"/>
  </p:normalViewPr>
  <p:slideViewPr>
    <p:cSldViewPr>
      <p:cViewPr>
        <p:scale>
          <a:sx n="75" d="100"/>
          <a:sy n="75" d="100"/>
        </p:scale>
        <p:origin x="758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4DA61-3F85-45DD-8CDB-4ECA1FE560C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05F88-8F7A-4918-8C42-F5C482E19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7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05F88-8F7A-4918-8C42-F5C482E19A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21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72FA-BCCD-26CD-6B62-9051F4AF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DE8B7-9561-8E4A-0BCE-FBBBA29C7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39466-77F8-3709-A191-0462F7F26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A0939-BC90-E7C8-6166-51D96A428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05F88-8F7A-4918-8C42-F5C482E19A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93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5481-374D-F0C8-A30A-7235D5FE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E1BD1-59DF-02B5-8F3D-49F4A7133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F40F6-ABFB-ED90-22FB-88CACFEE7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BBD95-EA4F-BCCA-0A1A-BB3705480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05F88-8F7A-4918-8C42-F5C482E19A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699D-34D8-422B-8365-537AC9A15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ACEA6-CFB4-91DD-0383-6EB908AB1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BEE03-FD11-F2C5-33B2-68A0F01D7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8FCE-1BE0-F8DA-A269-E4831C35B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05F88-8F7A-4918-8C42-F5C482E19A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23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8054-38DA-4BB5-6D04-E1A7A97C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8DDCB-3B71-E4F0-6BBB-D3271F0AE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C7887-7384-CD1C-03AB-EFDD03F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B4B5-675D-8295-1D4F-411348A75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05F88-8F7A-4918-8C42-F5C482E19A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25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006696"/>
            <a:ext cx="16230600" cy="3641069"/>
            <a:chOff x="0" y="0"/>
            <a:chExt cx="4078663" cy="9149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78663" cy="914981"/>
            </a:xfrm>
            <a:custGeom>
              <a:avLst/>
              <a:gdLst/>
              <a:ahLst/>
              <a:cxnLst/>
              <a:rect l="l" t="t" r="r" b="b"/>
              <a:pathLst>
                <a:path w="4078663" h="914981">
                  <a:moveTo>
                    <a:pt x="0" y="0"/>
                  </a:moveTo>
                  <a:lnTo>
                    <a:pt x="4078663" y="0"/>
                  </a:lnTo>
                  <a:lnTo>
                    <a:pt x="4078663" y="914981"/>
                  </a:lnTo>
                  <a:lnTo>
                    <a:pt x="0" y="914981"/>
                  </a:lnTo>
                  <a:close/>
                </a:path>
              </a:pathLst>
            </a:custGeom>
            <a:blipFill>
              <a:blip r:embed="rId2"/>
              <a:stretch>
                <a:fillRect t="-98495" b="-984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80572" y="2011786"/>
            <a:ext cx="9807248" cy="276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432"/>
              </a:lnSpc>
            </a:pPr>
            <a:r>
              <a:rPr lang="en-US" sz="11591" b="1" spc="-927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Recyle vending machine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313749" y="4005619"/>
            <a:ext cx="11772827" cy="773808"/>
            <a:chOff x="0" y="0"/>
            <a:chExt cx="3100662" cy="2038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00662" cy="203801"/>
            </a:xfrm>
            <a:custGeom>
              <a:avLst/>
              <a:gdLst/>
              <a:ahLst/>
              <a:cxnLst/>
              <a:rect l="l" t="t" r="r" b="b"/>
              <a:pathLst>
                <a:path w="3100662" h="203801">
                  <a:moveTo>
                    <a:pt x="0" y="0"/>
                  </a:moveTo>
                  <a:lnTo>
                    <a:pt x="3100662" y="0"/>
                  </a:lnTo>
                  <a:lnTo>
                    <a:pt x="3100662" y="203801"/>
                  </a:lnTo>
                  <a:lnTo>
                    <a:pt x="0" y="203801"/>
                  </a:lnTo>
                  <a:close/>
                </a:path>
              </a:pathLst>
            </a:custGeom>
            <a:solidFill>
              <a:srgbClr val="F8F3D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100662" cy="213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96045" y="714375"/>
            <a:ext cx="256325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 dirty="0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November 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19070" y="4168685"/>
            <a:ext cx="1186750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2"/>
              </a:lnSpc>
              <a:spcBef>
                <a:spcPct val="0"/>
              </a:spcBef>
            </a:pPr>
            <a:r>
              <a:rPr lang="en-US" sz="2977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Smart Reverse Recycle Vending Machine with Gamification System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6">
        <p159:morph option="byObject"/>
      </p:transition>
    </mc:Choice>
    <mc:Fallback xmlns="">
      <p:transition spd="slow" advTm="9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66725"/>
            <a:ext cx="10935256" cy="129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506"/>
              </a:lnSpc>
              <a:spcBef>
                <a:spcPct val="0"/>
              </a:spcBef>
            </a:pPr>
            <a:r>
              <a:rPr lang="en-US" sz="10562" b="1" spc="-844">
                <a:solidFill>
                  <a:srgbClr val="F8F3D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MEMBERS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8F3DD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4880" y="3399055"/>
            <a:ext cx="13388728" cy="5102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3418" b="1" dirty="0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YASSEN AHMED ELSAYED (TEAM LEADER)                  ID:23101608</a:t>
            </a:r>
          </a:p>
          <a:p>
            <a:pPr algn="l">
              <a:lnSpc>
                <a:spcPts val="4102"/>
              </a:lnSpc>
            </a:pPr>
            <a:endParaRPr lang="en-US" sz="3418" b="1" dirty="0">
              <a:solidFill>
                <a:srgbClr val="F8F3DD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4102"/>
              </a:lnSpc>
            </a:pPr>
            <a:r>
              <a:rPr lang="en-US" sz="3418" b="1" dirty="0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MARAWAN KHALED AHMED (TEAM MEMBER)          ID:23101599</a:t>
            </a:r>
          </a:p>
          <a:p>
            <a:pPr algn="l">
              <a:lnSpc>
                <a:spcPts val="4102"/>
              </a:lnSpc>
            </a:pPr>
            <a:endParaRPr lang="en-US" sz="3418" b="1" dirty="0">
              <a:solidFill>
                <a:srgbClr val="F8F3DD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4102"/>
              </a:lnSpc>
            </a:pPr>
            <a:r>
              <a:rPr lang="en-US" sz="3418" b="1" dirty="0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MOHAMED MOUSTAFA AWAD( TEAM MEMBER)     ID:23101594</a:t>
            </a:r>
          </a:p>
          <a:p>
            <a:pPr algn="l">
              <a:lnSpc>
                <a:spcPts val="4102"/>
              </a:lnSpc>
            </a:pPr>
            <a:endParaRPr lang="en-US" sz="3418" b="1" dirty="0">
              <a:solidFill>
                <a:srgbClr val="F8F3DD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4102"/>
              </a:lnSpc>
            </a:pPr>
            <a:r>
              <a:rPr lang="en-US" sz="3418" b="1" dirty="0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AHMED KHALED SAED(TEAM MEMBER)                         ID:23101545</a:t>
            </a:r>
          </a:p>
          <a:p>
            <a:pPr algn="l">
              <a:lnSpc>
                <a:spcPts val="4102"/>
              </a:lnSpc>
            </a:pPr>
            <a:endParaRPr lang="en-US" sz="3418" b="1" dirty="0">
              <a:solidFill>
                <a:srgbClr val="F8F3DD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4102"/>
              </a:lnSpc>
            </a:pPr>
            <a:r>
              <a:rPr lang="en-US" sz="3418" b="1" dirty="0">
                <a:solidFill>
                  <a:srgbClr val="F8F3DD"/>
                </a:solidFill>
                <a:latin typeface="TT Norms Bold"/>
                <a:ea typeface="TT Norms Bold"/>
                <a:cs typeface="TT Norms Bold"/>
                <a:sym typeface="TT Norms Bold"/>
              </a:rPr>
              <a:t>MOHAMED ADEL MOHAMED(TEAM MEMBER)          ID:23101899</a:t>
            </a:r>
          </a:p>
          <a:p>
            <a:pPr marL="0" lvl="0" indent="0" algn="l">
              <a:lnSpc>
                <a:spcPts val="4102"/>
              </a:lnSpc>
              <a:spcBef>
                <a:spcPct val="0"/>
              </a:spcBef>
            </a:pPr>
            <a:endParaRPr lang="en-US" sz="3418" b="1" dirty="0">
              <a:solidFill>
                <a:srgbClr val="F8F3DD"/>
              </a:solidFill>
              <a:latin typeface="TT Norms Bold"/>
              <a:ea typeface="TT Norms Bold"/>
              <a:cs typeface="TT Norms Bold"/>
              <a:sym typeface="TT Norms Bold"/>
            </a:endParaRPr>
          </a:p>
        </p:txBody>
      </p:sp>
    </p:spTree>
  </p:cSld>
  <p:clrMapOvr>
    <a:masterClrMapping/>
  </p:clrMapOvr>
  <p:transition spd="slow" advTm="1693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88E6F-E051-F52B-5AF5-83CE5D77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AD79007-2BD4-0176-FEF1-55D320F767C1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904F5-44A0-641A-D75C-C33954B0D4C5}"/>
              </a:ext>
            </a:extLst>
          </p:cNvPr>
          <p:cNvSpPr txBox="1"/>
          <p:nvPr/>
        </p:nvSpPr>
        <p:spPr>
          <a:xfrm>
            <a:off x="914400" y="1485900"/>
            <a:ext cx="316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UseCase</a:t>
            </a:r>
            <a:r>
              <a:rPr lang="en-US" sz="3000" dirty="0"/>
              <a:t>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26CA1-651F-2D09-4604-96B19FD6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62045"/>
            <a:ext cx="10591800" cy="94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23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12">
        <p159:morph option="byObject"/>
      </p:transition>
    </mc:Choice>
    <mc:Fallback xmlns="">
      <p:transition spd="slow" advTm="312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5ABD1-D408-4521-A3B7-9AE5626C1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8907B7F-2C18-D857-05A3-15775BF94CE7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4C2BF7-1257-B4B3-DF17-8780EB4871FE}"/>
              </a:ext>
            </a:extLst>
          </p:cNvPr>
          <p:cNvSpPr txBox="1"/>
          <p:nvPr/>
        </p:nvSpPr>
        <p:spPr>
          <a:xfrm>
            <a:off x="914400" y="1485900"/>
            <a:ext cx="316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UseCase</a:t>
            </a:r>
            <a:r>
              <a:rPr lang="en-US" sz="3000" dirty="0"/>
              <a:t>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9F8E4-C40F-4448-E833-E2C69358F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62100"/>
            <a:ext cx="10135809" cy="808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6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12">
        <p159:morph option="byObject"/>
      </p:transition>
    </mc:Choice>
    <mc:Fallback>
      <p:transition spd="slow" advTm="312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7B085-CF0D-EB06-1CBA-DD94EB66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F2EA848-7E83-A5C2-4A21-4B93B16FAD86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A2F2E-3816-D167-79D9-B0F8D5EDBBDB}"/>
              </a:ext>
            </a:extLst>
          </p:cNvPr>
          <p:cNvSpPr txBox="1"/>
          <p:nvPr/>
        </p:nvSpPr>
        <p:spPr>
          <a:xfrm>
            <a:off x="914400" y="1485900"/>
            <a:ext cx="316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UseCase</a:t>
            </a:r>
            <a:r>
              <a:rPr lang="en-US" sz="3000" dirty="0"/>
              <a:t>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618D2-4CAE-0999-B3B7-ADC4ECDCB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28700"/>
            <a:ext cx="11353800" cy="915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80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12">
        <p159:morph option="byObject"/>
      </p:transition>
    </mc:Choice>
    <mc:Fallback>
      <p:transition spd="slow" advTm="312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15D13-EB58-07D9-76A8-4938DD32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B153FFD-B1F6-2E92-620C-013D9001CDD5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30BC-6630-5510-F63B-8CC9BE7F0786}"/>
              </a:ext>
            </a:extLst>
          </p:cNvPr>
          <p:cNvSpPr txBox="1"/>
          <p:nvPr/>
        </p:nvSpPr>
        <p:spPr>
          <a:xfrm>
            <a:off x="914400" y="1485900"/>
            <a:ext cx="316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UseCase</a:t>
            </a:r>
            <a:r>
              <a:rPr lang="en-US" sz="3000" dirty="0"/>
              <a:t>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D6B69-BE4B-3A1F-99E3-8F1852C7E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4450"/>
            <a:ext cx="11801475" cy="885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97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12">
        <p159:morph option="byObject"/>
      </p:transition>
    </mc:Choice>
    <mc:Fallback>
      <p:transition spd="slow" advTm="31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CBB50-E460-62A9-74DD-6356AD62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6FC0EA7-43D0-869D-7D96-07B00AC0EF1D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AD8BC4-761F-5347-7EB7-6FDCC6279E75}"/>
              </a:ext>
            </a:extLst>
          </p:cNvPr>
          <p:cNvSpPr txBox="1"/>
          <p:nvPr/>
        </p:nvSpPr>
        <p:spPr>
          <a:xfrm>
            <a:off x="914400" y="1485900"/>
            <a:ext cx="316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UseCase</a:t>
            </a:r>
            <a:r>
              <a:rPr lang="en-US" sz="3000" dirty="0"/>
              <a:t>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71DE1-6E94-F77F-CC50-AB16E220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85900"/>
            <a:ext cx="136207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30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12">
        <p159:morph option="byObject"/>
      </p:transition>
    </mc:Choice>
    <mc:Fallback>
      <p:transition spd="slow" advTm="31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97AB2-5F28-9A50-892A-5B73FDCC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20EFE0C-DEA6-C597-07B7-B664F03A3A64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9CF28-5DE7-0E8B-2706-E05383DA47A4}"/>
              </a:ext>
            </a:extLst>
          </p:cNvPr>
          <p:cNvSpPr txBox="1"/>
          <p:nvPr/>
        </p:nvSpPr>
        <p:spPr>
          <a:xfrm>
            <a:off x="1905000" y="206543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Level 0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99F180-17A6-34EB-3684-675019CA6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569552"/>
            <a:ext cx="14118020" cy="76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4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45">
        <p159:morph option="byObject"/>
      </p:transition>
    </mc:Choice>
    <mc:Fallback xmlns="">
      <p:transition spd="slow" advTm="445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53916-6F67-1735-5CDA-AF2D56E0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BEB4316-8234-3FF9-AF42-C20E421346D3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CC7A67-6FD2-6C44-1393-3CFC126E0CA5}"/>
              </a:ext>
            </a:extLst>
          </p:cNvPr>
          <p:cNvSpPr txBox="1"/>
          <p:nvPr/>
        </p:nvSpPr>
        <p:spPr>
          <a:xfrm>
            <a:off x="1981200" y="127337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Level 1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8930C2-357C-1135-4B09-FC6CB2BBD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09700"/>
            <a:ext cx="15596968" cy="772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2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98">
        <p159:morph option="byObject"/>
      </p:transition>
    </mc:Choice>
    <mc:Fallback xmlns="">
      <p:transition spd="slow" advTm="798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530A1-985C-E3F9-DE72-AF692588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B87E605-ABB2-4859-F348-3B55EBC8C4A3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392B7-40B5-4692-56D2-01347A4E8909}"/>
              </a:ext>
            </a:extLst>
          </p:cNvPr>
          <p:cNvSpPr txBox="1"/>
          <p:nvPr/>
        </p:nvSpPr>
        <p:spPr>
          <a:xfrm>
            <a:off x="457200" y="1181100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Level 2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3684B-7B85-889C-47C8-49886D86C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1943100"/>
            <a:ext cx="11353800" cy="78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66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E84E8-E5DC-CCEC-77E6-992390D4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EE64EC7-3AE1-A576-9421-AD03DCE6C668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A1F99-04FF-E388-0D2D-DF28A5A4DAA7}"/>
              </a:ext>
            </a:extLst>
          </p:cNvPr>
          <p:cNvSpPr txBox="1"/>
          <p:nvPr/>
        </p:nvSpPr>
        <p:spPr>
          <a:xfrm>
            <a:off x="457200" y="1181100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Level 2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4CC11-92A7-8820-D663-A8D4B7391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18239"/>
            <a:ext cx="12372975" cy="862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72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9072A-32AC-BF32-84E4-B7EF37AB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F63FDF5-ADB4-1195-C26A-23F609C26552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556CA8-23D1-15C3-6A8B-99708E19ADB1}"/>
              </a:ext>
            </a:extLst>
          </p:cNvPr>
          <p:cNvSpPr txBox="1"/>
          <p:nvPr/>
        </p:nvSpPr>
        <p:spPr>
          <a:xfrm>
            <a:off x="457200" y="1181100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Level 3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1BBAA-0D38-6029-D95C-81082188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167" y="298298"/>
            <a:ext cx="11467666" cy="99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3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4DA3F-1AE6-40C3-F802-89D3FA1E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14D2186-001D-C377-3184-0144E1246B8C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B0D0E7-26D5-2086-24B2-95FB30F0A7BA}"/>
              </a:ext>
            </a:extLst>
          </p:cNvPr>
          <p:cNvSpPr txBox="1"/>
          <p:nvPr/>
        </p:nvSpPr>
        <p:spPr>
          <a:xfrm>
            <a:off x="457200" y="1181100"/>
            <a:ext cx="4038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Class </a:t>
            </a:r>
            <a:r>
              <a:rPr lang="en-US" sz="3000" dirty="0" err="1"/>
              <a:t>Digram</a:t>
            </a: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84BCCD-7201-35AC-68AC-63AE9883E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3119"/>
            <a:ext cx="9933633" cy="10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61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D7DAD-725C-B1E9-5B97-C3D2B8DC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D8B61F7-B1AB-F0ED-5C05-15450527E8A3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7DFADA-D009-4C08-845F-4774357C777A}"/>
              </a:ext>
            </a:extLst>
          </p:cNvPr>
          <p:cNvSpPr txBox="1"/>
          <p:nvPr/>
        </p:nvSpPr>
        <p:spPr>
          <a:xfrm>
            <a:off x="457200" y="1181100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</a:t>
            </a:r>
            <a:br>
              <a:rPr lang="en-US" sz="3000" dirty="0"/>
            </a:br>
            <a:r>
              <a:rPr lang="en-US" sz="3000" dirty="0"/>
              <a:t>DFD Level 0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69EB2C5-1E94-A347-25AD-38B4E9F7C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247900"/>
            <a:ext cx="15421323" cy="71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29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98">
        <p159:morph option="byObject"/>
      </p:transition>
    </mc:Choice>
    <mc:Fallback xmlns="">
      <p:transition spd="slow" advTm="798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89708-A36F-B4D2-6CF5-2AA826AA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670C820-729A-7896-4009-2080DBDA1BA4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9C4576-069A-567C-39D7-97D4EEEDE517}"/>
              </a:ext>
            </a:extLst>
          </p:cNvPr>
          <p:cNvSpPr txBox="1"/>
          <p:nvPr/>
        </p:nvSpPr>
        <p:spPr>
          <a:xfrm>
            <a:off x="457200" y="1181100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</a:t>
            </a:r>
            <a:br>
              <a:rPr lang="en-US" sz="3000" dirty="0"/>
            </a:br>
            <a:r>
              <a:rPr lang="en-US" sz="3000" dirty="0"/>
              <a:t>DFD Level 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6DDE7-3AAC-C034-C907-2534F28F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485900"/>
            <a:ext cx="12649200" cy="858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49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F17B9-B5A4-AD74-056E-8420D5C4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E586088-B457-EA47-3BD7-847105DF6B32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A5D44-D961-B086-1332-0B88165D3EFA}"/>
              </a:ext>
            </a:extLst>
          </p:cNvPr>
          <p:cNvSpPr txBox="1"/>
          <p:nvPr/>
        </p:nvSpPr>
        <p:spPr>
          <a:xfrm>
            <a:off x="457200" y="1181100"/>
            <a:ext cx="403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Software Architecture </a:t>
            </a:r>
            <a:br>
              <a:rPr lang="en-US" sz="3000" dirty="0"/>
            </a:br>
            <a:r>
              <a:rPr lang="en-US" sz="3000" dirty="0"/>
              <a:t>DFD Level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750A7-D22D-7478-9539-436786BC6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19300"/>
            <a:ext cx="11963400" cy="774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03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98">
        <p159:morph option="byObject"/>
      </p:transition>
    </mc:Choice>
    <mc:Fallback xmlns="">
      <p:transition spd="slow" advTm="798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53DFB-FB7F-D127-BD48-96816A40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DF28C12-A089-3162-1C6B-CE8F75F40DA7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1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45166-2775-81DE-7410-25BB6A92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350888"/>
            <a:ext cx="8846820" cy="9936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0BAE6E-170D-F3AE-E01D-3CCBB3E7E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179564"/>
            <a:ext cx="8087854" cy="101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69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2A2C3-FA92-918C-8146-8B1FD92A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C8BD4B-9EDE-7530-9738-51C25D4721D3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1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1B651-9148-9859-55A7-F4B13973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1203"/>
            <a:ext cx="8497486" cy="10164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C5708A-C6BC-269E-3F62-EA2138471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144" y="-34826"/>
            <a:ext cx="792279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96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BCC3A-255C-C16A-A34A-0DFA3470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49F02F7-9382-7F9D-191E-612C3A8B735F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1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ED276-9553-050E-6C06-7C8DBAE15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466"/>
            <a:ext cx="8602275" cy="997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50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10265-F5AA-957C-EA63-0B486E26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FAD0B21-C7A1-4C52-22BC-2F128EFE61AB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Sequence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0FCE2-3D0A-BFAF-564D-6594B1CF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57300"/>
            <a:ext cx="15045980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85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DFC26-787F-BAA7-F5FC-B9D3D257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324F015-CB6F-3398-80D9-603B47F5D823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2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AE335-6FD2-D431-49EB-7E8786B5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1475"/>
            <a:ext cx="15049500" cy="954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52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F5181-EE38-65F2-EDF5-F572604A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CFD6CA0-CD58-70EE-C72E-8F1B597609DF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Sequence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A9B91-8601-3838-4B0E-82F883A6C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765"/>
            <a:ext cx="14143663" cy="882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34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277CA-45CA-498D-2F57-E74DEE13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3603D4A-FF3E-50AA-E98A-C2F864E176D9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2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FD721-4309-9309-3DE0-435F6D67A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71500"/>
            <a:ext cx="15011400" cy="93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67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E8C35-FD06-B9EF-AB95-ACBB506E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AE16572-5F89-5A16-7A50-78788A717394}"/>
              </a:ext>
            </a:extLst>
          </p:cNvPr>
          <p:cNvSpPr txBox="1"/>
          <p:nvPr/>
        </p:nvSpPr>
        <p:spPr>
          <a:xfrm>
            <a:off x="76200" y="43111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D1C7C-D36A-B8C2-7E1E-C53961D1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64" y="1028700"/>
            <a:ext cx="17101671" cy="802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87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692E4-1B33-8E8E-2E93-B797349A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6C54059-8BAE-27A9-E219-E81B6938017F}"/>
              </a:ext>
            </a:extLst>
          </p:cNvPr>
          <p:cNvSpPr txBox="1"/>
          <p:nvPr/>
        </p:nvSpPr>
        <p:spPr>
          <a:xfrm>
            <a:off x="152400" y="43934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2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3CCB6-4411-E697-F735-271695E36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73838"/>
            <a:ext cx="10540718" cy="518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BE7228-8E4D-EB73-4AF7-BA5F497C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999" y="5393538"/>
            <a:ext cx="10515599" cy="485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8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98">
        <p159:morph option="byObject"/>
      </p:transition>
    </mc:Choice>
    <mc:Fallback xmlns="">
      <p:transition spd="slow" advTm="798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5295F-E154-3ECF-D121-183AD5E8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6E723-5E5C-EC51-0C7E-CB09E8E6C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3927"/>
            <a:ext cx="15925800" cy="997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79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9EC28-7481-F722-6B97-E27E83D4B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0DC2CBA-E41D-0B15-9033-C92E304DE95C}"/>
              </a:ext>
            </a:extLst>
          </p:cNvPr>
          <p:cNvSpPr txBox="1"/>
          <p:nvPr/>
        </p:nvSpPr>
        <p:spPr>
          <a:xfrm>
            <a:off x="152400" y="43934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2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07605-C82D-52A3-8122-066D7508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51711"/>
            <a:ext cx="14706600" cy="968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59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953A1-E9B3-BFE0-6AB6-4CC72CAB5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78D9F90-B3A8-32B5-2BC3-DC1CC814B2D5}"/>
              </a:ext>
            </a:extLst>
          </p:cNvPr>
          <p:cNvSpPr txBox="1"/>
          <p:nvPr/>
        </p:nvSpPr>
        <p:spPr>
          <a:xfrm>
            <a:off x="152400" y="43934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2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D7A8F-CFEE-EF09-2E2D-416AEE12D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800100"/>
            <a:ext cx="14202056" cy="886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FC49E-F90F-7B8C-70B6-5C9E9F77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0A7543F-6257-CC4E-A24A-0D5705C9BF47}"/>
              </a:ext>
            </a:extLst>
          </p:cNvPr>
          <p:cNvSpPr txBox="1"/>
          <p:nvPr/>
        </p:nvSpPr>
        <p:spPr>
          <a:xfrm>
            <a:off x="152400" y="43934"/>
            <a:ext cx="81153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00"/>
              </a:lnSpc>
              <a:spcBef>
                <a:spcPct val="0"/>
              </a:spcBef>
            </a:pPr>
            <a:r>
              <a:rPr lang="en-US" sz="2000" dirty="0"/>
              <a:t>DFD Level 2</a:t>
            </a:r>
            <a:endParaRPr lang="en-US" sz="2000" dirty="0">
              <a:solidFill>
                <a:srgbClr val="24130B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63D5F-97BD-36B7-902D-A1D262199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77297"/>
            <a:ext cx="13944600" cy="933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39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98">
        <p159:morph option="byObject"/>
      </p:transition>
    </mc:Choice>
    <mc:Fallback>
      <p:transition spd="slow" advTm="798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FC1DC-8894-48E8-B4A3-09EC5DC6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D710811-4318-F1FA-C5E6-74E8FB3ED8AD}"/>
              </a:ext>
            </a:extLst>
          </p:cNvPr>
          <p:cNvSpPr txBox="1"/>
          <p:nvPr/>
        </p:nvSpPr>
        <p:spPr>
          <a:xfrm>
            <a:off x="1028700" y="714375"/>
            <a:ext cx="81153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4130B"/>
                </a:solidFill>
                <a:latin typeface="TT Norms"/>
                <a:ea typeface="TT Norms"/>
                <a:cs typeface="TT Norms"/>
                <a:sym typeface="TT Norms"/>
              </a:rPr>
              <a:t>RVM+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38231-66FE-6127-CACA-FB6F6F09F177}"/>
              </a:ext>
            </a:extLst>
          </p:cNvPr>
          <p:cNvSpPr txBox="1"/>
          <p:nvPr/>
        </p:nvSpPr>
        <p:spPr>
          <a:xfrm>
            <a:off x="457200" y="1181100"/>
            <a:ext cx="4038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Estimation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D9321-3DC7-5F7A-3BC0-9F6C5B9E3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24684"/>
            <a:ext cx="10000177" cy="1003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81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98">
        <p159:morph option="byObject"/>
      </p:transition>
    </mc:Choice>
    <mc:Fallback xmlns="">
      <p:transition spd="slow" advTm="798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193</Words>
  <Application>Microsoft Office PowerPoint</Application>
  <PresentationFormat>Custom</PresentationFormat>
  <Paragraphs>62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Calibri</vt:lpstr>
      <vt:lpstr>Arial</vt:lpstr>
      <vt:lpstr>Aptos</vt:lpstr>
      <vt:lpstr>Open Sauce Bold</vt:lpstr>
      <vt:lpstr>TT Norms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Recyle vending machine</dc:title>
  <dc:creator>Lenovo</dc:creator>
  <cp:lastModifiedBy>Yasseen Ahmed</cp:lastModifiedBy>
  <cp:revision>22</cp:revision>
  <dcterms:created xsi:type="dcterms:W3CDTF">2006-08-16T00:00:00Z</dcterms:created>
  <dcterms:modified xsi:type="dcterms:W3CDTF">2025-12-24T10:14:45Z</dcterms:modified>
  <dc:identifier>DAG1Ii-tujU</dc:identifier>
</cp:coreProperties>
</file>